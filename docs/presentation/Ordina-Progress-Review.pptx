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D6679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D6679"/>
                </a:solidFill>
                <a:latin typeface="Calibri"/>
              </a:rPr>
              <a:t>Jumlah unit test per file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test</c:v>
                </c:pt>
              </c:strCache>
            </c:strRef>
          </c:tx>
          <c:spPr>
            <a:solidFill>
              <a:srgbClr val="2B5F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1D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Availability</c:v>
                  </c:pt>
                  <c:pt idx="1">
                    <c:v>Gate</c:v>
                  </c:pt>
                  <c:pt idx="2">
                    <c:v>User</c:v>
                  </c:pt>
                  <c:pt idx="3">
                    <c:v>Auth</c:v>
                  </c:pt>
                  <c:pt idx="4">
                    <c:v>Product</c:v>
                  </c:pt>
                  <c:pt idx="5">
                    <c:v>PurchaseOrder</c:v>
                  </c:pt>
                  <c:pt idx="6">
                    <c:v>SalesOrder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9</c:v>
                </c:pt>
                <c:pt idx="6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71D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A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konteks: Ordina adalah final project yang mencatat setiap barang masuk dan keluar gudang. Tiga peran: Admin, Sales, Warehouse Staff. Tekankan: tanpa framework, semua ditulis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Delapan poin ini urut dari "apa yang sudah jadi" ke "bagaimana dibangun", lalu demo, dan ditutup dengan kendala serta pertanyaan untuk pembimbing.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utama: semua fitur wajib (AUTH, USR, PRD, WH, PO, SO, FIND, DASH, REPORT, API, ARCH-02) sudah berjalan. Satu-satunya yang belum tuntas adalah JOB-01: script-nya ada tapi belum diuji dengan data nyata.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bukan requirement wajib, tapi memperbaiki pengalaman: harga otomatis mengurangi salah input, stok live membantu Sales sebelum membuat order, dan konfirmasi mencegah aksi tidak sengaja.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alur approve Sales Order: index.php menerima request, Router mencocokkan POST /sales-orders/{id}/approve ke SalesOrderController::approve(). Controller cek izin ApproveSalesOrder, lalu SalesOrderService::approve() cek status dan aturan pembuat tidak boleh approve sendiri. Repository menjalankan UPDATE dengan prepared statement. Terakhir redirect dengan pesan flash.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utama: karena SalesOrderService tidak tahu apa-apa soal MySQL, unit test cukup memberi repository versi InMemory, tanpa database. Ini inti Dependency Inversion yang diminta brief (ARCH-01).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utama: prepared statement di semua query mencegah SQL injection; transaksi menjamin stok dan ledger tidak pernah tidak sinkron; CHECK constraint adalah penjaga terakhir kalau ada bug di kode.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bagian yang paling mungkin ditanya penguji. Jelaskan: kalau cek stok dilakukan dengan SELECT terpisah lalu UPDATE, ada celah waktu di mana dua order bisa sama-sama melihat stok cukup. Dengan kondisi quantity &gt;= qty di dalam UPDATE, cek dan pengurangan terjadi dalam satu langkah yang dikunci InnoDB.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utama: semua aturan penting dicek di server. Contoh terbaik: Admin yang membuat SO pun tidak bisa approve SO itu sendiri, dicek di SalesOrderService dan juga lewat CHECK constraint chk_so_approver_not_creator di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Catatan: Warehouse Staff saat ini tidak terikat ke satu gudang tertentu; akun Gudang Satu dan Gudang Dua hanya penamaan. Ini termasuk yang ingin dikonsultasikan di 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utama: test memakai repository InMemory dan NullTransactionManager, jadi berjalan tanpa MySQL. Sebelum presentasi, jalankan composer test sekali lagi agar status "Jalankan ulang" bisa diganti "Lulus".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harga beli yang terkunci, ringkasan order yang berubah saat qty diketik, lalu dialog konfirmasi custom. Setelah terima sebagian, buka halaman produk untuk memperlihatkan stok per gudang bertambah.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Akhiri demo dengan dashboard Admin (nilai inventori dan order per status berubah), unduh CSV stock ledger hari ini, lalu tunjukkan pencarian produk dan pilihan 10/25/50 baris per halaman. Siapkan beberapa order sebelumnya karena data seed masih sedikit.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utama: pola yang sama terus berulang, yaitu error tidak diperbaiki dengan menebak, tapi dengan membaca pesan dan log aslinya. Contoh: error 500 di halaman Produk sempat didiagnosis salah, penyebab aslinya baru ketemu dari docker compose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pertanyaan satu per satu dan catat jawaban pembimbing. Setiap jawaban bisa langsung jadi item backlog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sesi tanya jawab. Siapkan tab browser dengan aplikasi yang sudah login di tiga akun untuk menjawab pertanyaan dengan demo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Intermediate Programmer · PT Neuronworks Indonesia · 25 September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EA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&amp; Inventory System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stok multi-gudang, Purchase Order, dan Sales Order untuk tiga peran — dibangun dengan PHP Native OOP, MySQL, dan Vanilla JavaScript tanpa framework.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222A40"/>
          </a:solidFill>
          <a:ln w="12700">
            <a:solidFill>
              <a:srgbClr val="222A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backlog selesai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32461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222A40"/>
          </a:solidFill>
          <a:ln w="12700">
            <a:solidFill>
              <a:srgbClr val="222A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(7 file)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32461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222A40"/>
          </a:solidFill>
          <a:ln w="12700">
            <a:solidFill>
              <a:srgbClr val="222A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peran, hak akses terpisah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0" y="32461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222A40"/>
          </a:solidFill>
          <a:ln w="12700">
            <a:solidFill>
              <a:srgbClr val="222A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PHP / JS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167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project &amp; fitur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15798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299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&amp; alur teknis PHP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71216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9992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87121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Native dengan OOP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12464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840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71246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database &amp; komponen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13167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11887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Validasi, keamanan, hak akses, error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2029968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215798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28032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20299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&amp; hasilnya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2871216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29992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2803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287121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fitur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63440" y="3712464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3840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28032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371246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Kendala, rencana, konsultasi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project dan fitur yang sudah dikembangkan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fitur wajib dari brief sudah berjalan; yang tersisa adalah memperkuat bukti, bukan menambah fitur.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234440"/>
                <a:gridCol w="4480560"/>
                <a:gridCol w="91440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 singkat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&amp; session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D66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AUTH-01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logout, redirect otomatis ke login bila belum masuk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Manajemen user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D66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USR-01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tambah/edit/nonaktifkan akun Sales &amp; Warehouse Staff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D66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PRD-01 · WH-01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 (+gambar), kategori, gudang, supplier, customer; stok per gudang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D66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PO-01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→ Ordered → terima sebagian/penuh → Received; stok bertambah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Order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D66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SO-01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→ ajukan → approve/tolak → goods issue → Fulfilled; stok berkurang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Pencarian &amp; pagination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D66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FIND-01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Cari, filter, urut, 10/25/50 baris per halaman (Produk, PO, SO)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per peran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D66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DASH-01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inventori, produk low stock, jumlah order per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Laporan CSV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D66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REPORT-01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ledger &amp; status order untuk rentang tanggal tertentu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D66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API-01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/api/products/{sku}/availability — cek stok live di form 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Anti-oversell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D66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ARCH-02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Pengurangan stok atomik, tidak bisa minus walau order bersamaan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stok rendah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D667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JOB-01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CLI sudah ada, belum diuji dengan data nyata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866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Sebagian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Penyempurnaan tampilan dan pengalaman pengguna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luar fitur wajib, tampilan dirapikan agar alur kerja harian lebih cepat dan lebih sedikit salah input.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932688"/>
          </a:xfrm>
          <a:prstGeom prst="roundRect">
            <a:avLst>
              <a:gd name="adj" fmla="val 588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72768"/>
            <a:ext cx="292608" cy="292608"/>
          </a:xfrm>
          <a:prstGeom prst="ellipse">
            <a:avLst/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15179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berkelompok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1828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dibagi Master Data, Transaksi, Laporan, Administrasi; responsif di HP.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932688"/>
          </a:xfrm>
          <a:prstGeom prst="roundRect">
            <a:avLst>
              <a:gd name="adj" fmla="val 588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72768"/>
            <a:ext cx="292608" cy="292608"/>
          </a:xfrm>
          <a:prstGeom prst="ellipse">
            <a:avLst/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85232" y="15179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order live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85232" y="1828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dan total PO/SO dihitung otomatis saat qty dan harga diketik.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4023360" cy="932688"/>
          </a:xfrm>
          <a:prstGeom prst="roundRect">
            <a:avLst>
              <a:gd name="adj" fmla="val 588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670048"/>
            <a:ext cx="292608" cy="292608"/>
          </a:xfrm>
          <a:prstGeom prst="ellipse">
            <a:avLst/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78992" y="26151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otomatis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terisi dari data produk; harga beli PO terkunci, harga jual SO hanya bisa naik.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4023360" cy="932688"/>
          </a:xfrm>
          <a:prstGeom prst="roundRect">
            <a:avLst>
              <a:gd name="adj" fmla="val 588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670048"/>
            <a:ext cx="292608" cy="292608"/>
          </a:xfrm>
          <a:prstGeom prst="ellipse">
            <a:avLst/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85232" y="26151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tersedia di form SO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85232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Diambil live dari JSON API sesuai gudang yang dipilih.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023360" cy="932688"/>
          </a:xfrm>
          <a:prstGeom prst="roundRect">
            <a:avLst>
              <a:gd name="adj" fmla="val 588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67328"/>
            <a:ext cx="292608" cy="292608"/>
          </a:xfrm>
          <a:prstGeom prst="ellipse">
            <a:avLst/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78992" y="37124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Pratinjau gambar produk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" y="40233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yang dipilih langsung terlihat sebelum disimpan.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566160"/>
            <a:ext cx="4023360" cy="932688"/>
          </a:xfrm>
          <a:prstGeom prst="roundRect">
            <a:avLst>
              <a:gd name="adj" fmla="val 588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767328"/>
            <a:ext cx="292608" cy="292608"/>
          </a:xfrm>
          <a:prstGeom prst="ellipse">
            <a:avLst/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85232" y="37124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konfirmasi custom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285232" y="40233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penting (approve, batalkan, goods issue) minta konfirmasi dulu.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Struktur, alur, dan implementasi teknis PHP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pintu masuk, lalu berlapis: Controller urus HTTP, Service urus aturan bisnis, Repository urus database.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572000" cy="3291840"/>
          </a:xfrm>
          <a:prstGeom prst="roundRect">
            <a:avLst>
              <a:gd name="adj" fmla="val 1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folder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47088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public/index.php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944368" y="184708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pintu masuk tunggal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12264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app/Core/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2112264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Router, View, Session, Database, Gate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377440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app/Controller/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237744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request, cek hak akses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642616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app/Service/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64261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bisnis &amp; validasi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907792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app/Repository/Contracts/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944368" y="2907792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(kontrak)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172968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app/Repository/Mysql/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944368" y="317296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nyata (PDO)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438144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app/Repository/InMemory/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944368" y="3438144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palsu untuk test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703320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app/Entity/, app/Domain/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944368" y="370332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data &amp; enum status/role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968496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944368" y="396849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PHP + layout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233672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tests/Unit, tests/Integration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2944368" y="4233672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1371600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77840" y="13716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32320" y="1700784"/>
            <a:ext cx="0" cy="141732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577840" y="1842516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77840" y="18425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public/index.php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32320" y="2171700"/>
            <a:ext cx="0" cy="141732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577840" y="2313432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77840" y="23134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320" y="2642616"/>
            <a:ext cx="0" cy="141732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577840" y="2784348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E7EE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77840" y="27843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· cek hak akses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32320" y="3113532"/>
            <a:ext cx="0" cy="141732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577840" y="3255264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E7EE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77840" y="32552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· aturan bisnis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32320" y="3584448"/>
            <a:ext cx="0" cy="141732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577840" y="3726180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E7EE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77840" y="37261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Interface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132320" y="4055364"/>
            <a:ext cx="0" cy="141732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577840" y="4197096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171D2E"/>
          </a:solidFill>
          <a:ln w="9525">
            <a:solidFill>
              <a:srgbClr val="171D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577840" y="41970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(PDO)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PHP Native dengan pendekatan OOP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framework, tetap rapi: tiap kelas punya satu tugas, Service bergantung pada interface, bukan MySQL langsung.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4805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0632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 di Ordina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(mis. Product) memakai properti readonly.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ProductStockRepositoryInterface, TransactionManagerInterface.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Polymorphism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interface, dua implementasi: Mysql (produksi) &amp; InMemory (test).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diberikan lewat constructor Service.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berperilaku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SalesOrderStatus::canBeCancelled(), Role::manageable().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khusus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ValidationException, ForbiddenOperationException.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166360" y="13716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171D2E"/>
          </a:solidFill>
          <a:ln w="12700">
            <a:solidFill>
              <a:srgbClr val="171D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49240" y="1481328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 SalesOrderService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SalesOrderRepositoryInterface $orders,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TransactionManagerInterface $tx,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approve(int $id,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int $by): void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$so = $this-&gt;orders-&gt;findById($id);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($so-&gt;createdBy === $by)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ForbiddenOperationException(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'Tidak bisa approve SO sendiri.');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$this-&gt;orders-&gt;approve($id, $by);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PHP dengan database dan komponen lain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query prepared statement, perubahan stok selalu dalam satu transaksi, dan database punya penjaga terakhir.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77640" cy="3291840"/>
          </a:xfrm>
          <a:prstGeom prst="roundRect">
            <a:avLst>
              <a:gd name="adj" fmla="val 1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(MySQL 8 + PDO)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PDO tunggal, native prepared statement (ATTR_EMULATE_PREPARES = false).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tabel: users, products, product_stocks, warehouses, categories, suppliers, customers, PO (+items), SO (+items), stock_ledger.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Transaksi: goods receipt/issue menulis stok + ledger sekaligus; gagal satu, batal semua.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constraint: stok tak boleh minus, approver ≠ pembuat SO, qty diterima ≤ qty dipesan.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3291840"/>
          </a:xfrm>
          <a:prstGeom prst="roundRect">
            <a:avLst>
              <a:gd name="adj" fmla="val 1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lain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92024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Fetch: subtotal live, auto-isi harga, cek stok via API, dialog konfirmasi.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API: GET /api/products/{sku}/availability.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export: stock ledger &amp; status order.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web (PHP 8.2 + Apache), mysql, redis.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 untuk test, PHPStan untuk analisis statis.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anti-oversell (ARCH-02)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stok dan pengurangan terjadi dalam satu statement, jadi dua order bersamaan tidak bisa sama-sama lolos.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846320" cy="1600200"/>
          </a:xfrm>
          <a:prstGeom prst="roundRect">
            <a:avLst>
              <a:gd name="adj" fmla="val 3429"/>
            </a:avLst>
          </a:prstGeom>
          <a:solidFill>
            <a:srgbClr val="171D2E"/>
          </a:solidFill>
          <a:ln w="12700">
            <a:solidFill>
              <a:srgbClr val="171D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81328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product_stocks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quantity = quantity - :qty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product_id   = :product_id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warehouse_id = :warehouse_id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quantity    &gt;= :qty_check;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&amp; kurangi dalam SATU statement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37160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E3F4EC"/>
          </a:solidFill>
          <a:ln w="12700">
            <a:solidFill>
              <a:srgbClr val="E3F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cukup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berubah (rowCount = 1), stok berkurang, ledger dicatat.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2487168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FAE8E5"/>
          </a:solidFill>
          <a:ln w="12700">
            <a:solidFill>
              <a:srgbClr val="FAE8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2596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3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kurang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2898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baris berubah (rowCount = 0), seluruh goods issue dibatalkan.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3602736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3712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bersamaan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40142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lock InnoDB membuat order kedua menunggu, lalu melihat stok terbaru.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20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Dipilih dibanding SELECT ... FOR UPDATE karena lebih sederhana dengan jaminan yang sama — alasan lengkap di docs/architecture/adr-0002.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Validasi, keamanan, hak akses, dan penanganan error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penting selalu dicek di server — menyembunyikan tombol saja bukan pengaman.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783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Service melempar ValidationException, form tampil ulang dengan pesan.</a:t>
            </a:r>
            <a:endParaRPr lang="en-US" sz="98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SKU unik, qty &gt; 0, harga jual SO tidak di bawah harga produk.</a:t>
            </a:r>
            <a:endParaRPr lang="en-US" sz="98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required, min, tipe input — hanya untuk kenyamanan.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783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injection: prepared statement. XSS: htmlspecialchars() di semua output.</a:t>
            </a:r>
            <a:endParaRPr lang="en-US" sz="98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password_hash() / password_verify(); session ID diganti saat login.</a:t>
            </a:r>
            <a:endParaRPr lang="en-US" sz="98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gambar dicek tipe &amp; ukuran, disimpan dengan nama acak.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akses (RBAC)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→ Permission → Gate; Controller memanggil authorize() di setiap aksi.</a:t>
            </a:r>
            <a:endParaRPr lang="en-US" sz="98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Pembuat SO tidak bisa approve SO-nya sendiri (Service + database).</a:t>
            </a:r>
            <a:endParaRPr lang="en-US" sz="98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hanya melihat SO miliknya; Admin tidak bisa dibuat lewat UI.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4608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 error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try/catch terpusat di public/index.php.</a:t>
            </a:r>
            <a:endParaRPr lang="en-US" sz="98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login → login; tanpa izin → 403; tidak ada → 404; tak terduga → 500.</a:t>
            </a:r>
            <a:endParaRPr lang="en-US" sz="98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error tetap memakai layout dan sidebar yang sama.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boleh melakukan apa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akses mengikuti pemisahan tugas di brief §1.2: yang membuat order tidak menyetujuinya sendiri.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1737360"/>
                <a:gridCol w="1737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Staff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Kelola user &amp; master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Buat &amp; ajukan Sales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(milik sendiri)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/ tolak Sales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(bukan miliknya)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Buat Purchase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 receipt / goods 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Unduh laporan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milik sendiri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dan hasil pengujiannya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unit test menguji aturan bisnis tanpa database, termasuk skenario order kedua ditolak saat stok habis.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325880"/>
          <a:ext cx="47548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141732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3F4EC"/>
          </a:solidFill>
          <a:ln w="12700">
            <a:solidFill>
              <a:srgbClr val="E3F4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1417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17190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penuh terakhir (composer test) lulus semua, setelah ekspektasi satu test PO diperbaiki.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394960" y="228600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 w="12700">
            <a:solidFill>
              <a:srgbClr val="FBF0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22860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ulang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2587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 baru aturan harga jual SO ditambahkan setelah run tersebut.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4960" y="315468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AE8E5"/>
          </a:solidFill>
          <a:ln w="12700">
            <a:solidFill>
              <a:srgbClr val="FAE8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0" y="31546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3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456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 ke MySQL asli baru 1 (cek koneksi).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394960" y="4023360"/>
            <a:ext cx="3291840" cy="640080"/>
          </a:xfrm>
          <a:prstGeom prst="roundRect">
            <a:avLst>
              <a:gd name="adj" fmla="val 8571"/>
            </a:avLst>
          </a:prstGeom>
          <a:solidFill>
            <a:srgbClr val="171D2E"/>
          </a:solidFill>
          <a:ln w="12700">
            <a:solidFill>
              <a:srgbClr val="171D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32120" y="4023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web composer test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 — barang masuk lewat Purchase Order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 membeli barang dari supplier; stok bertambah dan tercatat di stock ledger.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933956" cy="2377440"/>
          </a:xfrm>
          <a:prstGeom prst="roundRect">
            <a:avLst>
              <a:gd name="adj" fmla="val 283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057400"/>
            <a:ext cx="1604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wh1@ordina.test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487168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PO: pilih supplier, gudang, produk. Harga beli terisi otomatis dan terkunci; subtotal dihitung live.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91156" y="1755648"/>
            <a:ext cx="164592" cy="0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55748" y="1417320"/>
            <a:ext cx="1933956" cy="2377440"/>
          </a:xfrm>
          <a:prstGeom prst="roundRect">
            <a:avLst>
              <a:gd name="adj" fmla="val 283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20340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2034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720340" y="2057400"/>
            <a:ext cx="1604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720340" y="2487168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"Kirim ke Supplier" → dialog konfirmasi → status Ordered.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9704" y="1755648"/>
            <a:ext cx="164592" cy="0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54296" y="1417320"/>
            <a:ext cx="1933956" cy="2377440"/>
          </a:xfrm>
          <a:prstGeom prst="roundRect">
            <a:avLst>
              <a:gd name="adj" fmla="val 283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888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2057400"/>
            <a:ext cx="1604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818888" y="2487168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barang sebagian → Partially Received; stok bertambah, tercatat di ledger.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8252" y="1755648"/>
            <a:ext cx="164592" cy="0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752844" y="1417320"/>
            <a:ext cx="1933956" cy="2377440"/>
          </a:xfrm>
          <a:prstGeom prst="roundRect">
            <a:avLst>
              <a:gd name="adj" fmla="val 283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1743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17436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17436" y="2057400"/>
            <a:ext cx="1604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917436" y="2487168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sisanya → status Received.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 — barang keluar lewat Sales Order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order melewati tiga orang berbeda; order kedua yang melebihi stok ditolak.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514246" cy="2377440"/>
          </a:xfrm>
          <a:prstGeom prst="roundRect">
            <a:avLst>
              <a:gd name="adj" fmla="val 362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057400"/>
            <a:ext cx="11850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sales1@ordina.test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487168"/>
            <a:ext cx="118506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SO: stok tersedia muncul live; coba turunkan harga jual → ditolak.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71446" y="1755648"/>
            <a:ext cx="164592" cy="0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36038" y="1417320"/>
            <a:ext cx="1514246" cy="2377440"/>
          </a:xfrm>
          <a:prstGeom prst="roundRect">
            <a:avLst>
              <a:gd name="adj" fmla="val 362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00630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0063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300630" y="2057400"/>
            <a:ext cx="11850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300630" y="2487168"/>
            <a:ext cx="118506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Ajukan untuk approval → Pending Approval.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0285" y="1755648"/>
            <a:ext cx="164592" cy="0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14877" y="1417320"/>
            <a:ext cx="1514246" cy="2377440"/>
          </a:xfrm>
          <a:prstGeom prst="roundRect">
            <a:avLst>
              <a:gd name="adj" fmla="val 362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9469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79469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979469" y="2057400"/>
            <a:ext cx="11850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admin@ordina.test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979469" y="2487168"/>
            <a:ext cx="118506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SO. Tunjukkan juga: Admin tidak bisa approve SO buatannya sendiri.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29123" y="1755648"/>
            <a:ext cx="164592" cy="0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93715" y="1417320"/>
            <a:ext cx="1514246" cy="2377440"/>
          </a:xfrm>
          <a:prstGeom prst="roundRect">
            <a:avLst>
              <a:gd name="adj" fmla="val 362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8307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58307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658307" y="2057400"/>
            <a:ext cx="11850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658307" y="2487168"/>
            <a:ext cx="118506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goods issue → stok berkurang, status Fulfilled.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07962" y="1755648"/>
            <a:ext cx="164592" cy="0"/>
          </a:xfrm>
          <a:prstGeom prst="line">
            <a:avLst/>
          </a:prstGeom>
          <a:noFill/>
          <a:ln w="12700">
            <a:solidFill>
              <a:srgbClr val="5D667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72554" y="1417320"/>
            <a:ext cx="1514246" cy="2377440"/>
          </a:xfrm>
          <a:prstGeom prst="roundRect">
            <a:avLst>
              <a:gd name="adj" fmla="val 362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3714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37146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337146" y="2057400"/>
            <a:ext cx="11850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337146" y="2487168"/>
            <a:ext cx="118506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kedua melebihi sisa stok → goods issue ditolak, stok tidak minus.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 yang sudah diselesaikan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Kebanyakan dari Docker dan detail PHP/PDO — diselesaikan dengan membaca log error, bukan menebak.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7432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Penyebab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D66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DB: "No such file or directory"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DB_TEST_HOST=localhost membuat PDO memakai socket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Ganti ke nama service Docker: mysql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"Access denied for user tester"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USER IF NOT EXISTS tidak mereset password lama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Tambah ALTER USER ... IDENTIFIED BY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gagal konek MySQL saat start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depends_on hanya menunggu container hidup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condition: service_healthy + healthcheck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Produk error 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Memanggil method yang belum pernah dibuat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Ditemukan dari log Docker, panggilan dihapus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error placeholder berulang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prepared statement melarang nama sama dua kali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berbeda: :qty dan :qty_check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PO error 500 (per-page)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Membaca $_GET['per_page'] tanpa default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Baca sekali dengan ??, lalu validasi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login ada scrollbar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Konten login dibungkus container ber-padding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memakai layout full-bleed sendiri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0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pengembangan dan hal yang ingin dikonsultasikan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berikutnya adalah bukti: data seed sesuai minimum brief dan integration test ke MySQL asli.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Progress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77640" cy="3291840"/>
          </a:xfrm>
          <a:prstGeom prst="roundRect">
            <a:avLst>
              <a:gd name="adj" fmla="val 1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pengembangan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seed ke minimum brief: 30 produk, 25 order.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 MySQL: anti-oversell, dashboard, laporan CSV.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refactor log dan laporan PHPStan.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script JOB-01 dengan data nyata.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item PO/SO saat Draft; item tidak hilang saat validasi gagal.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reset password user.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3291840"/>
          </a:xfrm>
          <a:prstGeom prst="roundRect">
            <a:avLst>
              <a:gd name="adj" fmla="val 1667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Ingin dikonsultasikan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92024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ditolak langsung Cancelled — perlukah kembali ke Draft untuk revisi?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Perlukah Warehouse Staff dibatasi ke satu gudang?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beli PO dikunci ke data produk — perlu harga hasil negosiasi?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Cukupkah uji oversell berurutan, atau perlu simulasi paralel?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Admin hanya dibuat lewat database — bisa diterima?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EA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tanya jawab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· Order Management &amp; Inventory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Ordina Progress Review</dc:title>
  <dc:subject>PptxGenJS Presentation</dc:subject>
  <dc:creator>PptxGenJS</dc:creator>
  <cp:lastModifiedBy>PptxGenJS</cp:lastModifiedBy>
  <cp:revision>1</cp:revision>
  <dcterms:created xsi:type="dcterms:W3CDTF">2026-09-25T11:47:03Z</dcterms:created>
  <dcterms:modified xsi:type="dcterms:W3CDTF">2026-09-25T11:47:03Z</dcterms:modified>
</cp:coreProperties>
</file>